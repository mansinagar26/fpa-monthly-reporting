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2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1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6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0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5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1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3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28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9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380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4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40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61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95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4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5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FP&amp;A Monthly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Illustrative Banking Case Study</a:t>
            </a:r>
          </a:p>
          <a:p>
            <a:r>
              <a:t>Budget vs Actual vs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 Interest Income exceeded budget due to strong loan growth</a:t>
            </a:r>
          </a:p>
          <a:p>
            <a:r>
              <a:t>• Investment banking revenue slightly below expectations</a:t>
            </a:r>
          </a:p>
          <a:p>
            <a:r>
              <a:t>• Trading revenue stable vs forecast</a:t>
            </a:r>
          </a:p>
          <a:p>
            <a:r>
              <a:t>• Expense discipline partially offset revenue volatility</a:t>
            </a:r>
          </a:p>
          <a:p>
            <a:r>
              <a:t>• Pre‑tax income modestly above 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Drivers vs Budget:</a:t>
            </a:r>
          </a:p>
          <a:p>
            <a:r>
              <a:t>• Loan volume expansion in commercial portfolio</a:t>
            </a:r>
          </a:p>
          <a:p>
            <a:r>
              <a:t>• Higher interest rates increasing spreads</a:t>
            </a:r>
          </a:p>
          <a:p>
            <a:r>
              <a:t>• Lower capital markets deal activity</a:t>
            </a:r>
          </a:p>
          <a:p>
            <a:r>
              <a:t>• Digital transformation reducing operating costs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ROE above target indicating strong profitability</a:t>
            </a:r>
          </a:p>
          <a:p>
            <a:r>
              <a:t>• Efficiency ratio improving through expense management</a:t>
            </a:r>
          </a:p>
          <a:p>
            <a:r>
              <a:t>• Net interest margin expanding with rate environment</a:t>
            </a:r>
          </a:p>
          <a:p>
            <a:r>
              <a:t>• Loan growth exceeding strategic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Continued focus on commercial lending growth</a:t>
            </a:r>
          </a:p>
          <a:p>
            <a:r>
              <a:t>• Monitoring macroeconomic risk factors</a:t>
            </a:r>
          </a:p>
          <a:p>
            <a:r>
              <a:t>• Investment in technology to improve cost efficiency</a:t>
            </a:r>
          </a:p>
          <a:p>
            <a:r>
              <a:t>• Forecast indicates stable earnings trajectory next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150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FP&amp;A Monthly Performance Review</vt:lpstr>
      <vt:lpstr>Financial Performance Overview</vt:lpstr>
      <vt:lpstr>Variance Analysis</vt:lpstr>
      <vt:lpstr>KPI Dashboard Highlights</vt:lpstr>
      <vt:lpstr>Forward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Mansi Nagar</dc:creator>
  <cp:keywords/>
  <dc:description>generated using python-pptx</dc:description>
  <cp:lastModifiedBy>Mansi Nagar</cp:lastModifiedBy>
  <cp:revision>2</cp:revision>
  <dcterms:created xsi:type="dcterms:W3CDTF">2013-01-27T09:14:16Z</dcterms:created>
  <dcterms:modified xsi:type="dcterms:W3CDTF">2026-03-11T03:12:13Z</dcterms:modified>
  <cp:category/>
</cp:coreProperties>
</file>